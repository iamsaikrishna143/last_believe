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gyjmQglVqOacIsb6fRiM+ZgOxG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customschemas.google.com/relationships/presentationmetadata" Target="metadata"/><Relationship Id="rId25" Type="http://schemas.openxmlformats.org/officeDocument/2006/relationships/slide" Target="slides/slide21.xml"/><Relationship Id="rId47" Type="http://schemas.openxmlformats.org/officeDocument/2006/relationships/slide" Target="slides/slide43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93306" y="65314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sng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Technical MCQ Complete Paper Solved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2336" y="65314"/>
            <a:ext cx="1264824" cy="1258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68216"/>
          <a:stretch/>
        </p:blipFill>
        <p:spPr>
          <a:xfrm>
            <a:off x="149725" y="1324021"/>
            <a:ext cx="5379726" cy="106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54352" y="1560589"/>
            <a:ext cx="6263024" cy="1868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93306" y="65314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Technical MCQ Complete Paper Solved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2336" y="65314"/>
            <a:ext cx="1264824" cy="1258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51839"/>
          <a:stretch/>
        </p:blipFill>
        <p:spPr>
          <a:xfrm>
            <a:off x="140850" y="1324024"/>
            <a:ext cx="4773999" cy="265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5">
            <a:alphaModFix/>
          </a:blip>
          <a:srcRect b="21179" l="9018" r="0" t="6873"/>
          <a:stretch/>
        </p:blipFill>
        <p:spPr>
          <a:xfrm>
            <a:off x="5339179" y="4898571"/>
            <a:ext cx="6055569" cy="1159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93306" y="65314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Technical MCQ Complete Paper Solved</a:t>
            </a:r>
            <a:endParaRPr/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2336" y="65314"/>
            <a:ext cx="1264824" cy="125871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164840" y="1037643"/>
            <a:ext cx="626550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Syllabus 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164840" y="1916666"/>
            <a:ext cx="1140020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 Common Applications &amp; MS Office Syllabus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MS Office (Word, PowerPoint, Excel, Outlook)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Browsers' fundamentals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Shortcut keys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Command prompt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Working flow of keys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Network Security Syllabus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Basics of Networking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Network Security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Encryption standards &amp; Algorithms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Network security devices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Attack types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Firewalls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6430346" y="2060516"/>
            <a:ext cx="626550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Cloud Syllabus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Fundamentals of Cloud Computing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Client server architecture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Cloud data centres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Cloud service providers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Cloud Service Platforms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/>
        </p:nvSpPr>
        <p:spPr>
          <a:xfrm>
            <a:off x="93306" y="65314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Technical MCQ Complete Paper Solved</a:t>
            </a:r>
            <a:endParaRPr/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2336" y="65314"/>
            <a:ext cx="1264824" cy="125871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164840" y="1037643"/>
            <a:ext cx="626550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Syllabus 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305578" y="1997839"/>
            <a:ext cx="6265506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Pseudocode Syllabus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Programming Fundamentals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Looping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Arrays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Recursion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Function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Bitwise Operators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Increment &amp; Decrement Operators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Conditional statements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Basics of Data Structures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054" y="83976"/>
            <a:ext cx="1490768" cy="148356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 txBox="1"/>
          <p:nvPr/>
        </p:nvSpPr>
        <p:spPr>
          <a:xfrm>
            <a:off x="174794" y="4817261"/>
            <a:ext cx="6757851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794" y="1212980"/>
            <a:ext cx="9864945" cy="306294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174794" y="117873"/>
            <a:ext cx="821342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Pseudocode: 18 Questions </a:t>
            </a:r>
            <a:endParaRPr sz="40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391" y="989045"/>
            <a:ext cx="10991865" cy="311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928" y="989045"/>
            <a:ext cx="9059539" cy="2591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 txBox="1"/>
          <p:nvPr/>
        </p:nvSpPr>
        <p:spPr>
          <a:xfrm>
            <a:off x="174794" y="4638524"/>
            <a:ext cx="6757851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-15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610" y="1083039"/>
            <a:ext cx="10043552" cy="313439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810" y="1141243"/>
            <a:ext cx="10240804" cy="289600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 txBox="1"/>
          <p:nvPr/>
        </p:nvSpPr>
        <p:spPr>
          <a:xfrm>
            <a:off x="174794" y="4638524"/>
            <a:ext cx="6757851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0" name="Google Shape;150;p9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0"/>
          <p:cNvSpPr txBox="1"/>
          <p:nvPr/>
        </p:nvSpPr>
        <p:spPr>
          <a:xfrm>
            <a:off x="174794" y="4638524"/>
            <a:ext cx="6757851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-18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-17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-9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-20</a:t>
            </a:r>
            <a:endParaRPr/>
          </a:p>
        </p:txBody>
      </p:sp>
      <p:pic>
        <p:nvPicPr>
          <p:cNvPr id="157" name="Google Shape;15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793" y="1258494"/>
            <a:ext cx="10094641" cy="258571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1"/>
          <p:cNvSpPr txBox="1"/>
          <p:nvPr/>
        </p:nvSpPr>
        <p:spPr>
          <a:xfrm>
            <a:off x="300266" y="4891970"/>
            <a:ext cx="6757851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266" y="989045"/>
            <a:ext cx="7859222" cy="370574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1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2"/>
          <p:cNvSpPr txBox="1"/>
          <p:nvPr/>
        </p:nvSpPr>
        <p:spPr>
          <a:xfrm>
            <a:off x="300266" y="4891970"/>
            <a:ext cx="6757851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pic>
        <p:nvPicPr>
          <p:cNvPr id="173" name="Google Shape;17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161" y="989045"/>
            <a:ext cx="10238291" cy="311489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2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3"/>
          <p:cNvSpPr txBox="1"/>
          <p:nvPr/>
        </p:nvSpPr>
        <p:spPr>
          <a:xfrm>
            <a:off x="300266" y="4891970"/>
            <a:ext cx="6757851" cy="2050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  <a:p>
            <a:pPr indent="-1905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401" y="989045"/>
            <a:ext cx="4793947" cy="347098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 txBox="1"/>
          <p:nvPr/>
        </p:nvSpPr>
        <p:spPr>
          <a:xfrm>
            <a:off x="193251" y="4444101"/>
            <a:ext cx="6757851" cy="2050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  <a:p>
            <a:pPr indent="-1905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193251" y="1032802"/>
            <a:ext cx="808264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Q10. Predict the output of the following pseudocode for x = 10, y = 5.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 solve(Integer x, Integer y)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if(y &gt; 0)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if(x &gt; 0)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return x + y + solve(2, y - 5) + solve(x - 10, 1)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End if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if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x + 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function solve() 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268" y="1510817"/>
            <a:ext cx="6820852" cy="506800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5"/>
          <p:cNvSpPr txBox="1"/>
          <p:nvPr/>
        </p:nvSpPr>
        <p:spPr>
          <a:xfrm>
            <a:off x="212272" y="966673"/>
            <a:ext cx="62655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Q11.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7471487" y="1645458"/>
            <a:ext cx="6265506" cy="1264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9.0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4.0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/>
        </p:nvSpPr>
        <p:spPr>
          <a:xfrm>
            <a:off x="116178" y="989045"/>
            <a:ext cx="62655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286916" y="4817866"/>
            <a:ext cx="6265506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038" y="1465661"/>
            <a:ext cx="5191850" cy="310558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6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/>
        </p:nvSpPr>
        <p:spPr>
          <a:xfrm>
            <a:off x="116178" y="989045"/>
            <a:ext cx="62655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Q13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286916" y="4817866"/>
            <a:ext cx="6265506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869" y="1462659"/>
            <a:ext cx="9231013" cy="294363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 txBox="1"/>
          <p:nvPr/>
        </p:nvSpPr>
        <p:spPr>
          <a:xfrm>
            <a:off x="116178" y="989045"/>
            <a:ext cx="62655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Q14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249594" y="5041196"/>
            <a:ext cx="6265506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3.0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15.0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5.0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594" y="1358377"/>
            <a:ext cx="4946429" cy="333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116178" y="939029"/>
            <a:ext cx="6256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Q15.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5652018" y="1123695"/>
            <a:ext cx="6265506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696934" y="935666"/>
            <a:ext cx="6265506" cy="583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output of the following pseudocode.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 w, x, y, z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w = 1, x = 1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(each y from 11 to 20 )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for (each z from -3 to 0 )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w = w + 5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if(w &gt; y)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Continue 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End if 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w = 1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if(w &gt; z) 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Jump out of the loop 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End if 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End for 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for 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w + x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116178" y="939029"/>
            <a:ext cx="6769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Q16.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116178" y="1732527"/>
            <a:ext cx="7096024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the output of the following pseudocode for n = 5, m = 6.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 solve(Integer n, Integer m 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if(n &gt; 4 &amp;&amp; m &lt; 7)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solve(n +1, m + 1)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Else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n + 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End if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function solve()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285264" y="4854584"/>
            <a:ext cx="6757851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116178" y="939029"/>
            <a:ext cx="6769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Q17.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5793241" y="1781710"/>
            <a:ext cx="6757851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251149" y="1637195"/>
            <a:ext cx="6265506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output of the following pseudocode.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 w, x, y, 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w = 21, x = 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(each y from 21 to 30 )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for (each z from -1 to 0 )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w = w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if(w &gt; 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Continue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End if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w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if(w &gt; z)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Jump out of the loop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End if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End for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for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w + x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116178" y="939029"/>
            <a:ext cx="6769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Q18.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Accenture Actual Pseudo Codes &amp; Solutions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7160789" y="2197429"/>
            <a:ext cx="6757851" cy="165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228145" y="1732527"/>
            <a:ext cx="6382138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the output of the following pseudocode for a = 11, b = 12.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 solve(Integer a, Integer b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if(a &lt; 3 &amp;&amp; b &lt; 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return solve(a + 1, b + 1)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Return a +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if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function solve()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 Common Applications &amp; MS Office: 12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189268" y="989045"/>
            <a:ext cx="1166061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Q1. Which of the following can be used to close a tab on a browser?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Ctrl+T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Ctrl+A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Ctrl+W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Ctrl+X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265695" y="4075434"/>
            <a:ext cx="1166061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Q2. The space between the margin and the text is called ________.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spacing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Paragraph spacing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Indent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7835382" y="2782566"/>
            <a:ext cx="61162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c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7835382" y="5597722"/>
            <a:ext cx="69932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c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 Common Applications &amp; MS Office: 12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 txBox="1"/>
          <p:nvPr/>
        </p:nvSpPr>
        <p:spPr>
          <a:xfrm>
            <a:off x="189268" y="989045"/>
            <a:ext cx="1166061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Q3. In MS-PowerPoint, which key on the keyboard can be use to view slide show?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F2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F5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3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 Common Applications &amp; MS Office: 12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189268" y="989045"/>
            <a:ext cx="1166061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Q4. Which key is to be held down to select the word or phrase to be selected in MS Word?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Ctrl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</a:t>
            </a:r>
            <a:endParaRPr/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 Common Applications &amp; MS Office: 12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189268" y="989045"/>
            <a:ext cx="1166061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Q5. Which of the following commands will take you two steps backward from any particular directory?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cd../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cd../..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 ..\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 ..\..\ </a:t>
            </a:r>
            <a:endParaRPr/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 Common Applications &amp; MS Office: 12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 txBox="1"/>
          <p:nvPr/>
        </p:nvSpPr>
        <p:spPr>
          <a:xfrm>
            <a:off x="189268" y="989045"/>
            <a:ext cx="1166061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Q6. If by an accident a mail is deleted, then which of the following folders will save the mail.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Draft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Spam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Inbox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Trash</a:t>
            </a:r>
            <a:endParaRPr/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 Common Applications &amp; MS Office: 12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189268" y="989045"/>
            <a:ext cx="1166061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Q7. How many columns can you insert into a word document at most?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65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9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 Common Applications &amp; MS Office: 12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9"/>
          <p:cNvSpPr txBox="1"/>
          <p:nvPr/>
        </p:nvSpPr>
        <p:spPr>
          <a:xfrm>
            <a:off x="189268" y="989045"/>
            <a:ext cx="1166061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Q8.Starting with Microsoft Office 2003, Photo Editor was renamed 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Picture Manager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Picture Editor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Paint Editor </a:t>
            </a:r>
            <a:endParaRPr/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B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0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 Common Applications &amp; MS Office: 12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 txBox="1"/>
          <p:nvPr/>
        </p:nvSpPr>
        <p:spPr>
          <a:xfrm>
            <a:off x="189268" y="989045"/>
            <a:ext cx="1166061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Q9. Which of the following view options in MS Word shows the contents of a document as bulleted points?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Draft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Layout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Layout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 Common Applications &amp; MS Office: 12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-298412" y="989045"/>
            <a:ext cx="1166061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Q10. Which feature in Microsoft Outlook should David utilize to schedule a recurring email reminder to his team every Friday at 9:00 AM?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Delay Delivery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Recurrence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 Up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 Common Applications &amp; MS Office: 12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2"/>
          <p:cNvSpPr txBox="1"/>
          <p:nvPr/>
        </p:nvSpPr>
        <p:spPr>
          <a:xfrm>
            <a:off x="-359372" y="1090645"/>
            <a:ext cx="12764732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Q11. What is the function of the “Eyedropper” tool in MS Powerpoint?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color of text or shapes by selecting an existing color on the slide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Add gradients or textures to objects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Clip art or stock images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the order of slides in the presentation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 Common Applications &amp; MS Office: 12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3"/>
          <p:cNvSpPr txBox="1"/>
          <p:nvPr/>
        </p:nvSpPr>
        <p:spPr>
          <a:xfrm>
            <a:off x="-359372" y="1090645"/>
            <a:ext cx="12764732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Q12. What comparison operator is NOT allowed to be used in a conditional formatting formula in Microsoft Excel?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&gt;&lt;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&lt;=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Network Security &amp; Cloud: 10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4"/>
          <p:cNvSpPr txBox="1"/>
          <p:nvPr/>
        </p:nvSpPr>
        <p:spPr>
          <a:xfrm>
            <a:off x="-286366" y="1012890"/>
            <a:ext cx="12764732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Q1. Which of the following security standard has the possibility of breaking the encryption during the initial 4- way handshake ?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WPA2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WEP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WPA and WPA2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WPA</a:t>
            </a:r>
            <a:endParaRPr/>
          </a:p>
          <a:p>
            <a:pPr indent="-2794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5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Network Security &amp; Cloud: 10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-286366" y="1100805"/>
            <a:ext cx="12764732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Q2. Which of the following cloud service provider does not provide application lifecycle management?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cloud platform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of the mentioned provides this service</a:t>
            </a:r>
            <a:endParaRPr/>
          </a:p>
          <a:p>
            <a:pPr indent="-2794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All of the mentioned provides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Network Security &amp; Cloud: 10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-286366" y="1060165"/>
            <a:ext cx="12764732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Q3. Which of the following types of network security ensures that potential attackers cannot infiltrate your network?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access control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Private Network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Network access control and VPN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7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Network Security &amp; Cloud: 10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7"/>
          <p:cNvSpPr txBox="1"/>
          <p:nvPr/>
        </p:nvSpPr>
        <p:spPr>
          <a:xfrm>
            <a:off x="-428606" y="1060165"/>
            <a:ext cx="12764732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Q4. In the SSLv3 the padding bits are ____________ with the secret key.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Padded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XORed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Concatenated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ANDed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8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Network Security &amp; Cloud: 10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8"/>
          <p:cNvSpPr txBox="1"/>
          <p:nvPr/>
        </p:nvSpPr>
        <p:spPr>
          <a:xfrm>
            <a:off x="-428606" y="1060165"/>
            <a:ext cx="12764732" cy="5693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Q5. Which of the following statements is true about cloud and data center?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 Cloud, owner is responsible for downtime and repairs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In Data center, owner is responsible for downtime and repairs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the correct answer from the options given below.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Neither 1 nor 2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2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3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1 and 2</a:t>
            </a:r>
            <a:endParaRPr/>
          </a:p>
          <a:p>
            <a:pPr indent="-2794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Only 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9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Network Security &amp; Cloud: 10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9"/>
          <p:cNvSpPr txBox="1"/>
          <p:nvPr/>
        </p:nvSpPr>
        <p:spPr>
          <a:xfrm>
            <a:off x="-286366" y="1243045"/>
            <a:ext cx="12764732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Q6. How many phases are there in Cloud Computing Planning?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-2794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0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Network Security &amp; Cloud: 10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0"/>
          <p:cNvSpPr txBox="1"/>
          <p:nvPr/>
        </p:nvSpPr>
        <p:spPr>
          <a:xfrm>
            <a:off x="-408286" y="1243045"/>
            <a:ext cx="12764732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Q7. Consider a situation where you have to choose between the major cloud service providers. Which would you choose if you want support for Linux, Windows Server, and SQL Server and enhanced security?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Cloud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Alibaba Cloud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1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Network Security &amp; Cloud: 10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1"/>
          <p:cNvSpPr txBox="1"/>
          <p:nvPr/>
        </p:nvSpPr>
        <p:spPr>
          <a:xfrm>
            <a:off x="-164446" y="1080485"/>
            <a:ext cx="12764732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Q8. In which one of the following, a strategy record or Document is created respectively to the events, conditions a user may face while applying cloud computing mode.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Computing Value Proposition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Computing Strategy Planning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 Phase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Architecture Development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2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Network Security &amp; Cloud: 10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2"/>
          <p:cNvSpPr txBox="1"/>
          <p:nvPr/>
        </p:nvSpPr>
        <p:spPr>
          <a:xfrm>
            <a:off x="-164446" y="1080484"/>
            <a:ext cx="11878926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Q9. How does WPA2 differ from WPA?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uses CCMP based on AES as an encryption algorithm user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used pre-shared key or 802.1x as authentication methods and CCMP based on AES as an Encryption algorithm user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password is cracked during the initial 4-way handshaked. 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uses pre-shared key 802.1x as authentication methods</a:t>
            </a:r>
            <a:endParaRPr/>
          </a:p>
          <a:p>
            <a:pPr indent="-2794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360" y="83976"/>
            <a:ext cx="909462" cy="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3"/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Accenture Network Security &amp; Cloud: 10 Questions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3"/>
          <p:cNvSpPr txBox="1"/>
          <p:nvPr/>
        </p:nvSpPr>
        <p:spPr>
          <a:xfrm>
            <a:off x="-164446" y="1080484"/>
            <a:ext cx="11878926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Q10. Which of the following keystreams is generated by the concatenation of shared secret40-bits key and 24-bit IV?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Encryption Standard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Rivest Cipher 5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Encryption Standard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Rivest Cipher 4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Option: 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2021-12-23T07:45:00Z</dcterms:created>
  <dc:creator>Monika Bagora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6A7D4394817948B7B0568DC5921EF755_13</vt:lpwstr>
  </property>
  <property fmtid="{D5CDD505-2E9C-101B-9397-08002B2CF9AE}" pid="3" name="KSOProductBuildVer">
    <vt:lpwstr>1033-12.2.0.16731</vt:lpwstr>
  </property>
</Properties>
</file>