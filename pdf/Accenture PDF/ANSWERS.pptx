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DEAAE-8CE1-37B4-1368-1970F8746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983E32-1FAC-993D-3E9E-20E6A03F20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C6C2E-6CD2-29C9-5253-A325BCFAD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793EE-10F6-4524-B279-188C14EF2C90}" type="datetimeFigureOut">
              <a:rPr lang="en-IN" smtClean="0"/>
              <a:t>11-08-2024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4689B-27ED-19E9-1EFD-FBAF21FB1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A483B-61D8-4CA7-E68F-6D57DBBF9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AD72-5E11-48B4-9BAB-52FF09C05A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413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8C326-F25B-FF11-AA2E-A0793B7CF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43F8A-B404-E474-D6BC-9A08A9C07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58F72-10F2-C7C6-2501-60FA40BE3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793EE-10F6-4524-B279-188C14EF2C90}" type="datetimeFigureOut">
              <a:rPr lang="en-IN" smtClean="0"/>
              <a:t>11-08-2024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0F374-7BDD-A3A4-F09B-749927C31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C218A-3C04-4DBF-DD8B-75A5066FF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AD72-5E11-48B4-9BAB-52FF09C05A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25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DB67C-68A2-315D-5BBB-B1452EFB1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08015-2B6A-D588-E4F2-38774DC2B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74F18-F67F-1052-048C-F56FB03B2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793EE-10F6-4524-B279-188C14EF2C90}" type="datetimeFigureOut">
              <a:rPr lang="en-IN" smtClean="0"/>
              <a:t>11-08-2024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29C0A-EAED-6431-088C-B30B438E7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C1F25-929D-E555-30F6-1B73AC559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AD72-5E11-48B4-9BAB-52FF09C05A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360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C16B3-3DA6-B94F-40C7-D56FBBDFF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5AF6A-E6D6-FF54-FC9F-4A3E552CAD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ACA2B-4714-0823-5ACD-A61269A45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9B0AB9-AE81-A1A9-37FC-A44026037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793EE-10F6-4524-B279-188C14EF2C90}" type="datetimeFigureOut">
              <a:rPr lang="en-IN" smtClean="0"/>
              <a:t>11-08-2024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849C5-DC03-F3E7-CC9B-A9B2072D1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7FFFC-11E5-1796-7D7D-D43EB5C67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AD72-5E11-48B4-9BAB-52FF09C05A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335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B504B-E3C3-A42B-ACF1-37CD387EF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B155A-6D04-722E-1F45-734C8A222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1CF10-03B2-1E0D-F0A1-33BC84431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D66037-A7D4-2338-CB42-0B10491066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1AD096-4DBC-51B5-3EE3-F38E66F6B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386DFA-9891-F828-2AA6-ECCAA1853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793EE-10F6-4524-B279-188C14EF2C90}" type="datetimeFigureOut">
              <a:rPr lang="en-IN" smtClean="0"/>
              <a:t>11-08-2024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480987-5CE5-BF79-320F-57CCF31E3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B0D085-A6E0-31EA-7B5D-CF0AF3CBA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AD72-5E11-48B4-9BAB-52FF09C05A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195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9EC50-C8A5-B60D-945A-220F54B78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265236-7E1A-758B-2309-565CDB489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793EE-10F6-4524-B279-188C14EF2C90}" type="datetimeFigureOut">
              <a:rPr lang="en-IN" smtClean="0"/>
              <a:t>11-08-2024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54D012-987B-C6C6-2045-4CF3C7CE1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30549E-4C87-6641-9009-66473C79D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AD72-5E11-48B4-9BAB-52FF09C05A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908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EDF73C-46BD-691D-3838-81EA8F0AB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793EE-10F6-4524-B279-188C14EF2C90}" type="datetimeFigureOut">
              <a:rPr lang="en-IN" smtClean="0"/>
              <a:t>11-08-2024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26EEE9-0693-564F-8D1D-81AB64030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6819E-5D5F-34C6-4820-64609D9AA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AD72-5E11-48B4-9BAB-52FF09C05A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5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B558F-32D8-C4AB-0B6F-E95A8F0CC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2B180-4B11-E907-411C-8DA04FC4D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769567-7EE8-9EA6-4018-5DFDBE884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DFC05-21AF-3AA2-4F2F-2A4EE3CC8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793EE-10F6-4524-B279-188C14EF2C90}" type="datetimeFigureOut">
              <a:rPr lang="en-IN" smtClean="0"/>
              <a:t>11-08-2024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B56EF-3699-CEFA-3FD9-73A2807B5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A8755-AA3D-9BBC-F480-3B897EEA8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AD72-5E11-48B4-9BAB-52FF09C05A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987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73D1C-8002-0B63-3492-7CC2A7A6D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31EC37-9F82-C348-5337-8CAF35652C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FC7539-8B40-26EB-5E87-8DC60E9874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133B1-B175-65F0-D117-A46A3363B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793EE-10F6-4524-B279-188C14EF2C90}" type="datetimeFigureOut">
              <a:rPr lang="en-IN" smtClean="0"/>
              <a:t>11-08-2024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E68FAE-3E6A-B6B9-8DD0-409AB648E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ACB699-E705-39AB-B940-9674627D8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AD72-5E11-48B4-9BAB-52FF09C05A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864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37CA8-B5D9-AD3A-4088-DAB6D9DE0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F7B539-6CBF-C90D-FF00-C36A6251D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D87E4-7C10-7AA6-0E45-17D2A1468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793EE-10F6-4524-B279-188C14EF2C90}" type="datetimeFigureOut">
              <a:rPr lang="en-IN" smtClean="0"/>
              <a:t>11-08-2024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94897-D4A5-BF4A-0B26-79B1E000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BE506-5633-1B6E-66D0-D6CA9D590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AD72-5E11-48B4-9BAB-52FF09C05A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168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B83419-54D9-DDF3-7FEC-FA2073C755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4DE3FF-5CDE-47F7-7A83-558793CF0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568C-0378-985F-9AD6-40A478B61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793EE-10F6-4524-B279-188C14EF2C90}" type="datetimeFigureOut">
              <a:rPr lang="en-IN" smtClean="0"/>
              <a:t>11-08-2024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2E4E9-476C-56BE-82E4-5F6D287AF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17501-B3D0-2C1A-C5AF-6E4B161E7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6AD72-5E11-48B4-9BAB-52FF09C05A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782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ED47BC-BF8B-2A9A-D183-1FB198DE1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264C6-F849-F65F-4ADC-A69BC1B3E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9FEFA-D173-D056-CD69-9F790075B5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3793EE-10F6-4524-B279-188C14EF2C90}" type="datetimeFigureOut">
              <a:rPr lang="en-IN" smtClean="0"/>
              <a:t>11-08-2024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F6255-4EE3-1528-AE8D-4C7B34C59A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F6E2F-8071-0362-6CBF-AF0F3FF932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6AD72-5E11-48B4-9BAB-52FF09C05A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867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2E80FF-48E3-2300-8B0B-63CD280606AD}"/>
              </a:ext>
            </a:extLst>
          </p:cNvPr>
          <p:cNvSpPr txBox="1"/>
          <p:nvPr/>
        </p:nvSpPr>
        <p:spPr>
          <a:xfrm>
            <a:off x="119288" y="83976"/>
            <a:ext cx="104522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u="sng" dirty="0"/>
              <a:t>Accenture Common Applications &amp; MS Office: 12 Questions</a:t>
            </a:r>
            <a:endParaRPr lang="en-IN" sz="3200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572735-E211-DBB2-BF5E-A07737BC5EF5}"/>
              </a:ext>
            </a:extLst>
          </p:cNvPr>
          <p:cNvSpPr txBox="1"/>
          <p:nvPr/>
        </p:nvSpPr>
        <p:spPr>
          <a:xfrm>
            <a:off x="245806" y="772381"/>
            <a:ext cx="611566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Q1. Option: C</a:t>
            </a:r>
          </a:p>
          <a:p>
            <a:r>
              <a:rPr lang="en-IN" sz="2800" dirty="0"/>
              <a:t>Q2. Option: C</a:t>
            </a:r>
          </a:p>
          <a:p>
            <a:r>
              <a:rPr lang="en-IN" sz="2800" dirty="0"/>
              <a:t>3. Option: 3</a:t>
            </a:r>
          </a:p>
          <a:p>
            <a:r>
              <a:rPr lang="en-IN" sz="2800" dirty="0"/>
              <a:t>4. Option: 2</a:t>
            </a:r>
          </a:p>
          <a:p>
            <a:r>
              <a:rPr lang="en-IN" sz="2800" dirty="0"/>
              <a:t>5. Option: 2</a:t>
            </a:r>
          </a:p>
          <a:p>
            <a:r>
              <a:rPr lang="en-IN" sz="2800" dirty="0"/>
              <a:t>6. Option: D</a:t>
            </a:r>
          </a:p>
          <a:p>
            <a:r>
              <a:rPr lang="en-IN" sz="2800" dirty="0"/>
              <a:t>7. Nahi </a:t>
            </a:r>
            <a:r>
              <a:rPr lang="en-IN" sz="2800" dirty="0" err="1"/>
              <a:t>pata</a:t>
            </a:r>
            <a:endParaRPr lang="en-IN" sz="2800" dirty="0"/>
          </a:p>
          <a:p>
            <a:r>
              <a:rPr lang="en-IN" sz="2800" dirty="0"/>
              <a:t>8. Option: B</a:t>
            </a:r>
          </a:p>
          <a:p>
            <a:r>
              <a:rPr lang="en-IN" sz="2800" dirty="0"/>
              <a:t>9. Option: 3</a:t>
            </a:r>
          </a:p>
          <a:p>
            <a:r>
              <a:rPr lang="en-IN" sz="2800" dirty="0"/>
              <a:t>10. NAHI PATA</a:t>
            </a:r>
          </a:p>
          <a:p>
            <a:r>
              <a:rPr lang="en-IN" sz="2800" dirty="0"/>
              <a:t>11. NAHI PATA</a:t>
            </a:r>
          </a:p>
          <a:p>
            <a:r>
              <a:rPr lang="en-IN" sz="2800" dirty="0"/>
              <a:t>12. NAHI PATA</a:t>
            </a:r>
          </a:p>
        </p:txBody>
      </p:sp>
    </p:spTree>
    <p:extLst>
      <p:ext uri="{BB962C8B-B14F-4D97-AF65-F5344CB8AC3E}">
        <p14:creationId xmlns:p14="http://schemas.microsoft.com/office/powerpoint/2010/main" val="166474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91CB85-C767-F77E-EB8D-B46FFE10C6E3}"/>
              </a:ext>
            </a:extLst>
          </p:cNvPr>
          <p:cNvSpPr txBox="1"/>
          <p:nvPr/>
        </p:nvSpPr>
        <p:spPr>
          <a:xfrm>
            <a:off x="119288" y="83976"/>
            <a:ext cx="104522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u="sng" dirty="0"/>
              <a:t>Accenture Network Security &amp; Cloud: 10 Questions</a:t>
            </a:r>
            <a:endParaRPr lang="en-IN" sz="3200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919ED9-BAEF-2E08-50D0-9A4DDD42D566}"/>
              </a:ext>
            </a:extLst>
          </p:cNvPr>
          <p:cNvSpPr txBox="1"/>
          <p:nvPr/>
        </p:nvSpPr>
        <p:spPr>
          <a:xfrm>
            <a:off x="619432" y="1115394"/>
            <a:ext cx="611566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1. Option: C</a:t>
            </a:r>
          </a:p>
          <a:p>
            <a:r>
              <a:rPr lang="en-IN" sz="2800" dirty="0"/>
              <a:t>2. Option: All of the mentioned provides</a:t>
            </a:r>
          </a:p>
          <a:p>
            <a:r>
              <a:rPr lang="en-IN" sz="2800" dirty="0"/>
              <a:t>3. Option: C</a:t>
            </a:r>
          </a:p>
          <a:p>
            <a:r>
              <a:rPr lang="en-IN" sz="2800" dirty="0"/>
              <a:t>4. Option: C</a:t>
            </a:r>
          </a:p>
          <a:p>
            <a:r>
              <a:rPr lang="en-IN" sz="2800" dirty="0"/>
              <a:t>5. Option: Only 2</a:t>
            </a:r>
          </a:p>
          <a:p>
            <a:r>
              <a:rPr lang="en-IN" sz="2800" dirty="0"/>
              <a:t>6. Option: 3</a:t>
            </a:r>
          </a:p>
          <a:p>
            <a:r>
              <a:rPr lang="en-IN" sz="2800" dirty="0"/>
              <a:t>7. NAHI PATA</a:t>
            </a:r>
          </a:p>
          <a:p>
            <a:r>
              <a:rPr lang="en-IN" sz="2800" dirty="0"/>
              <a:t>8. Option: B</a:t>
            </a:r>
          </a:p>
          <a:p>
            <a:r>
              <a:rPr lang="en-IN" sz="2800" dirty="0"/>
              <a:t>9. Option: A</a:t>
            </a:r>
          </a:p>
          <a:p>
            <a:r>
              <a:rPr lang="en-IN" sz="2800" dirty="0"/>
              <a:t>10. Option: D</a:t>
            </a:r>
          </a:p>
        </p:txBody>
      </p:sp>
    </p:spTree>
    <p:extLst>
      <p:ext uri="{BB962C8B-B14F-4D97-AF65-F5344CB8AC3E}">
        <p14:creationId xmlns:p14="http://schemas.microsoft.com/office/powerpoint/2010/main" val="1708704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127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Monika Bagora</dc:creator>
  <cp:lastModifiedBy>Monika Bagora</cp:lastModifiedBy>
  <cp:revision>1</cp:revision>
  <dcterms:created xsi:type="dcterms:W3CDTF">2024-08-11T16:12:29Z</dcterms:created>
  <dcterms:modified xsi:type="dcterms:W3CDTF">2024-08-11T16:14:57Z</dcterms:modified>
</cp:coreProperties>
</file>