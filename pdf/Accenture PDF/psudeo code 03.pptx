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59F1-933C-8235-2429-7230029CE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1FCEA-F118-0E50-8007-ABD37C200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0DC6F-A67E-070C-4581-855AE322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7A25F-E064-42E2-4DB3-D76BA60C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964C-FEB3-7E6E-5888-2867FF4A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3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D72A-D21D-FDAA-7612-09D9D75E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D1AB-0531-D131-32B7-B34DCFE2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1C59A-8C55-0330-7D35-1AC0CCA5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051DA-34CC-ED74-5A76-8504654E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0B0B-4FBA-FAD9-5DBD-C9F4B2AA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28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7669C-DD9E-9FDB-E521-531F1BE3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9D7E-5DB5-F852-1E7F-70F1C8A85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43C57-3DD0-8357-AAC3-EDA2F1C7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3F940-5711-B9ED-D34B-3B7FBE4E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5C559-F6BE-60E9-0E05-B21B5C9E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74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8212-F2C1-5A1D-79FE-2B662493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E19C-41A4-12FA-79B7-540F4CB52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6D39F-9A0C-8241-9635-CB526945A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21CB4-1B39-16F2-CB05-CC06DCE7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FC87F-2DBC-D8BC-D8F0-6D2A3152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340F2-FED5-1F75-D9FD-581B2AB3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74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3FD1-75FC-B681-A2E8-EFBF3E33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59182-BFA7-FEBD-6E65-61042C207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F09DD-2478-BEE5-7E34-105C23FE3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16286-3073-8CBA-F5B9-195B1F00F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4D45E-6AC7-BDB8-83B1-B46D1C3F8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C2538-EDEA-35E3-D522-56EFCDEE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53A64-A769-315B-BCB5-C673FBD0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03AD4-E800-71C7-5EF9-4AD67BB8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9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81E5-27EA-83A6-A969-B4146B65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AA447-C2AC-7F98-409B-F7EDF54F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28A7F-7312-CA66-C9B9-08346369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1164F-3DE6-7407-DF9A-FEC7525E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8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AB341-E934-4FAC-5CD5-A5FDEB23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99867-A4B4-B363-91A7-A3F6840E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6344-7D22-747A-FF50-C8FE6BA5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52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AB44-53C2-8B7F-3257-4CD12C79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56257-32E0-632C-96B1-D223DC6F4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7A0F4-1381-3C00-7381-BE20B8100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83E75-09FA-205D-77E7-87A2A9A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5C503-2CCF-58F7-7DB3-3B72D0FC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C1CEF-D1C5-4AEF-DCBD-A0D352E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5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437D-E35D-C003-8B98-130C98ECA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0494B-7ED6-77C0-6636-1B871AC86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1066F-B7AF-E486-D784-2BBFD1541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44EE4-5C26-AB07-B73C-A7BAD4BB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7E52F-3575-F41B-DC44-5A92BC1D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85640-3D94-86B5-016D-C299716C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2773-AACF-F62D-FEA7-D8307C5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CD927-984B-17AB-CE8C-15A7A6DB9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C72D8-D56E-BA28-0899-A1ADAF30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3F76D-8192-16CC-D56C-936917B9B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8ABED-7369-04A6-5427-FB6DB776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69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16A7B-E488-4638-7D51-A1BB8BE97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75F15-49F1-BD5C-6C97-4BEBFC21B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37BAC-1F40-8DBC-F466-C413A557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04992-4071-D164-B051-FE5C507A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772FE-A698-4A6E-F17C-D6F93559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010B0-0F82-D5EA-6413-53380179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477FB-AF25-6FC6-D8BF-9575D462F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D53AB-2D5B-2E26-664F-9EAA7B0B9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DEA2A-24F4-4465-9716-0FC50EAFB06F}" type="datetimeFigureOut">
              <a:rPr lang="en-IN" smtClean="0"/>
              <a:t>03-05-2024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8DB6-8280-670B-788A-A53F80B01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46390-0C18-FB53-A772-CEA87BDAC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4431D-F546-4CDC-A626-086588EF0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47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CBA5D0-8E6C-6664-13B6-33EC25B49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1055323"/>
            <a:ext cx="4505954" cy="38867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90841D-9E8D-4683-32E8-79E8E741F7B6}"/>
              </a:ext>
            </a:extLst>
          </p:cNvPr>
          <p:cNvSpPr txBox="1"/>
          <p:nvPr/>
        </p:nvSpPr>
        <p:spPr>
          <a:xfrm>
            <a:off x="4715435" y="192502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4273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369CEA-852D-989E-9A7D-418C08B2E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39" y="1301862"/>
            <a:ext cx="5496808" cy="4451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14A4F2-3A77-67FC-009D-37AE18BC7347}"/>
              </a:ext>
            </a:extLst>
          </p:cNvPr>
          <p:cNvSpPr txBox="1"/>
          <p:nvPr/>
        </p:nvSpPr>
        <p:spPr>
          <a:xfrm>
            <a:off x="5728447" y="538627"/>
            <a:ext cx="6096000" cy="1724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IN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Options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26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059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578CC-64B5-D0A9-5CB4-2E994A453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6" y="1590254"/>
            <a:ext cx="5118847" cy="2911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C3C63-01FA-CEEC-A7D6-B82F1C0F2461}"/>
              </a:ext>
            </a:extLst>
          </p:cNvPr>
          <p:cNvSpPr txBox="1"/>
          <p:nvPr/>
        </p:nvSpPr>
        <p:spPr>
          <a:xfrm>
            <a:off x="6230470" y="185934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2CA52-2A2F-5D6D-335B-0A1AE6137BE8}"/>
              </a:ext>
            </a:extLst>
          </p:cNvPr>
          <p:cNvSpPr txBox="1"/>
          <p:nvPr/>
        </p:nvSpPr>
        <p:spPr>
          <a:xfrm>
            <a:off x="257736" y="800237"/>
            <a:ext cx="6163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Q3.</a:t>
            </a:r>
          </a:p>
        </p:txBody>
      </p:sp>
    </p:spTree>
    <p:extLst>
      <p:ext uri="{BB962C8B-B14F-4D97-AF65-F5344CB8AC3E}">
        <p14:creationId xmlns:p14="http://schemas.microsoft.com/office/powerpoint/2010/main" val="166718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2CA52-2A2F-5D6D-335B-0A1AE6137BE8}"/>
              </a:ext>
            </a:extLst>
          </p:cNvPr>
          <p:cNvSpPr txBox="1"/>
          <p:nvPr/>
        </p:nvSpPr>
        <p:spPr>
          <a:xfrm>
            <a:off x="257736" y="1037401"/>
            <a:ext cx="6163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Q4.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DDA5F5-4FFD-5EDD-0F0C-A0CF3DF3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50" y="1972235"/>
            <a:ext cx="4625326" cy="46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2CA52-2A2F-5D6D-335B-0A1AE6137BE8}"/>
              </a:ext>
            </a:extLst>
          </p:cNvPr>
          <p:cNvSpPr txBox="1"/>
          <p:nvPr/>
        </p:nvSpPr>
        <p:spPr>
          <a:xfrm>
            <a:off x="257736" y="1037401"/>
            <a:ext cx="6163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Q5.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4EA550-E1E4-B1B3-270A-80B90C33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36" y="1999520"/>
            <a:ext cx="5377935" cy="28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2CA52-2A2F-5D6D-335B-0A1AE6137BE8}"/>
              </a:ext>
            </a:extLst>
          </p:cNvPr>
          <p:cNvSpPr txBox="1"/>
          <p:nvPr/>
        </p:nvSpPr>
        <p:spPr>
          <a:xfrm>
            <a:off x="257736" y="1037401"/>
            <a:ext cx="6163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6424A-C993-F53D-1AB0-22C36BC7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7" y="1938876"/>
            <a:ext cx="5106113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1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A41176-A5C7-D418-AF77-6B11133BBE92}"/>
              </a:ext>
            </a:extLst>
          </p:cNvPr>
          <p:cNvSpPr txBox="1"/>
          <p:nvPr/>
        </p:nvSpPr>
        <p:spPr>
          <a:xfrm>
            <a:off x="134470" y="2770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Accenture 3 May Exam Analysis: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2CA52-2A2F-5D6D-335B-0A1AE6137BE8}"/>
              </a:ext>
            </a:extLst>
          </p:cNvPr>
          <p:cNvSpPr txBox="1"/>
          <p:nvPr/>
        </p:nvSpPr>
        <p:spPr>
          <a:xfrm>
            <a:off x="257736" y="1037401"/>
            <a:ext cx="6163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Q7.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889960-8121-75F3-F555-CFCAC7C021D6}"/>
              </a:ext>
            </a:extLst>
          </p:cNvPr>
          <p:cNvSpPr txBox="1"/>
          <p:nvPr/>
        </p:nvSpPr>
        <p:spPr>
          <a:xfrm>
            <a:off x="9227910" y="23344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36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24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B3DD1F-EB35-1386-6355-3D86A281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935"/>
            <a:ext cx="8311896" cy="463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2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205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lokesh bagora</dc:creator>
  <cp:lastModifiedBy>lokesh bagora</cp:lastModifiedBy>
  <cp:revision>4</cp:revision>
  <dcterms:created xsi:type="dcterms:W3CDTF">2024-05-03T07:23:00Z</dcterms:created>
  <dcterms:modified xsi:type="dcterms:W3CDTF">2024-05-03T07:42:16Z</dcterms:modified>
</cp:coreProperties>
</file>